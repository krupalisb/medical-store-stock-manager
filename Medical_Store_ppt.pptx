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Store Stock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Flask Based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• Web-based medical inventory management system</a:t>
            </a:r>
          </a:p>
          <a:p>
            <a:pPr lvl="1">
              <a:defRPr sz="2000"/>
            </a:pPr>
            <a:r>
              <a:t>• Manages products, suppliers, purchases and sales</a:t>
            </a:r>
          </a:p>
          <a:p>
            <a:pPr lvl="1">
              <a:defRPr sz="2000"/>
            </a:pPr>
            <a:r>
              <a:t>• Provides dashboard with analytics and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• Digitally manage medicine stock</a:t>
            </a:r>
          </a:p>
          <a:p>
            <a:pPr lvl="1">
              <a:defRPr sz="2000"/>
            </a:pPr>
            <a:r>
              <a:t>• Track expiry dates and low stock</a:t>
            </a:r>
          </a:p>
          <a:p>
            <a:pPr lvl="1">
              <a:defRPr sz="2000"/>
            </a:pPr>
            <a:r>
              <a:t>• Maintain purchase and sales records</a:t>
            </a:r>
          </a:p>
          <a:p>
            <a:pPr lvl="1">
              <a:defRPr sz="2000"/>
            </a:pPr>
            <a:r>
              <a:t>• Reduce manual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• Frontend: HTML, CSS, JavaScript</a:t>
            </a:r>
          </a:p>
          <a:p>
            <a:pPr lvl="1">
              <a:defRPr sz="2000"/>
            </a:pPr>
            <a:r>
              <a:t>• Backend: Python (Flask Framework)</a:t>
            </a:r>
          </a:p>
          <a:p>
            <a:pPr lvl="1">
              <a:defRPr sz="2000"/>
            </a:pPr>
            <a:r>
              <a:t>• Database: Supabase (PostgreSQL)</a:t>
            </a:r>
          </a:p>
          <a:p>
            <a:pPr lvl="1">
              <a:defRPr sz="2000"/>
            </a:pPr>
            <a:r>
              <a:t>• Tools: VS Code, Live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• Product Inventory Module</a:t>
            </a:r>
          </a:p>
          <a:p>
            <a:pPr lvl="1">
              <a:defRPr sz="2000"/>
            </a:pPr>
            <a:r>
              <a:t>• Supplier Management Module</a:t>
            </a:r>
          </a:p>
          <a:p>
            <a:pPr lvl="1">
              <a:defRPr sz="2000"/>
            </a:pPr>
            <a:r>
              <a:t>• Purchase Orders Module</a:t>
            </a:r>
          </a:p>
          <a:p>
            <a:pPr lvl="1">
              <a:defRPr sz="2000"/>
            </a:pPr>
            <a:r>
              <a:t>• Sales Orders Module</a:t>
            </a:r>
          </a:p>
          <a:p>
            <a:pPr lvl="1">
              <a:defRPr sz="2000"/>
            </a:pPr>
            <a:r>
              <a:t>• Dashboard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Frontend → Flask Backend → Supabase Database</a:t>
            </a:r>
          </a:p>
          <a:p>
            <a:pPr lvl="1">
              <a:defRPr sz="2000"/>
            </a:pPr>
            <a:r>
              <a:t>User sends request through browser</a:t>
            </a:r>
          </a:p>
          <a:p>
            <a:pPr lvl="1">
              <a:defRPr sz="2000"/>
            </a:pPr>
            <a:r>
              <a:t>Backend processes and interacts with database</a:t>
            </a:r>
          </a:p>
          <a:p>
            <a:pPr lvl="1">
              <a:defRPr sz="2000"/>
            </a:pPr>
            <a:r>
              <a:t>Response displayed on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Action</a:t>
            </a:r>
          </a:p>
          <a:p>
            <a:r>
              <a:t>(Add/View 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8288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Flask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6576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Supabase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• Real-time stock updates</a:t>
            </a:r>
          </a:p>
          <a:p>
            <a:pPr lvl="1">
              <a:defRPr sz="2000"/>
            </a:pPr>
            <a:r>
              <a:t>• Low stock and expiry alerts</a:t>
            </a:r>
          </a:p>
          <a:p>
            <a:pPr lvl="1">
              <a:defRPr sz="2000"/>
            </a:pPr>
            <a:r>
              <a:t>• Top selling products tracking</a:t>
            </a:r>
          </a:p>
          <a:p>
            <a:pPr lvl="1">
              <a:defRPr sz="2000"/>
            </a:pPr>
            <a:r>
              <a:t>• Recent purchases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• Efficient inventory management</a:t>
            </a:r>
          </a:p>
          <a:p>
            <a:pPr lvl="1">
              <a:defRPr sz="2000"/>
            </a:pPr>
            <a:r>
              <a:t>• Centralized database system</a:t>
            </a:r>
          </a:p>
          <a:p>
            <a:pPr lvl="1">
              <a:defRPr sz="2000"/>
            </a:pPr>
            <a:r>
              <a:t>• Reduces paperwork</a:t>
            </a:r>
          </a:p>
          <a:p>
            <a:pPr lvl="1">
              <a:defRPr sz="2000"/>
            </a:pPr>
            <a:r>
              <a:t>• Improves decision 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The system provides a complete solution</a:t>
            </a:r>
          </a:p>
          <a:p>
            <a:pPr lvl="1">
              <a:defRPr sz="2000"/>
            </a:pPr>
            <a:r>
              <a:t>for managing medical store operations</a:t>
            </a:r>
          </a:p>
          <a:p>
            <a:pPr lvl="1">
              <a:defRPr sz="2000"/>
            </a:pPr>
            <a:r>
              <a:t>efficiently and accurately.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